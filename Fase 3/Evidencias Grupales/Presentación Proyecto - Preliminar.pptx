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mltk/zNvz1vY4ngFimCO/Xzyh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AAF5BD-34E1-4C32-98AB-2D6102614144}">
  <a:tblStyle styleId="{03AAF5BD-34E1-4C32-98AB-2D610261414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 - Sistema Apoyo 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Móvil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1026" y="1710819"/>
            <a:ext cx="7633553" cy="4350553"/>
            <a:chOff x="0" y="0"/>
            <a:chExt cx="7633553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Pierre Ascencio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Cargo: Developer Full Stack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</a:t>
              </a: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Desempeñadas: Desarrollo del sistema, QA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Bruno Lobos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Cargo: Scrum Master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 Documentación, prototipado.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Víctor Marambio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Cargo: Product Owner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 Estructuración de arquitectura, requerimientos de sistema.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SAM - Sistema Apoyo Móvil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SAM - Sistema Apoyo Móvil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Largo  tiempo de espera en respuestas a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sede.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anticuado y lento.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resuelve bien problemas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críticos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centralizado de alertas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Tiempos de respuesta acelerados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SAM - Sistema Apoyo Móvil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p4"/>
          <p:cNvSpPr txBox="1"/>
          <p:nvPr/>
        </p:nvSpPr>
        <p:spPr>
          <a:xfrm>
            <a:off x="1" y="371744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de aplicación móvil para solicitudes de asistencia.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4525" y="4363947"/>
            <a:ext cx="10962900" cy="222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Toma de requerimientos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e implementación de arquitectura y base de datos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Configurar y generar códigos QR y notificaciones en tiempo real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de calidad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Documentación del proceso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SAM - Sistema Apoyo Móvil</a:t>
            </a:r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33" name="Google Shape;133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" name="Google Shape;134;p5"/>
          <p:cNvSpPr txBox="1"/>
          <p:nvPr/>
        </p:nvSpPr>
        <p:spPr>
          <a:xfrm>
            <a:off x="846225" y="2518725"/>
            <a:ext cx="4865700" cy="3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</a:t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Emitir alerta a servicios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del emisor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Mensaje directo, simple y unidireccional a servicios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6368550" y="2518725"/>
            <a:ext cx="4865700" cy="3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 $0 en sistemas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posibilidad de realizar de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datos en tiempo real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usa geolocalización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Solo usuarios autorizados en el sistema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0" name="Google Shape;14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SAM - Sistema Apoyo Móvil</a:t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6"/>
          <p:cNvSpPr txBox="1"/>
          <p:nvPr/>
        </p:nvSpPr>
        <p:spPr>
          <a:xfrm>
            <a:off x="971400" y="2684550"/>
            <a:ext cx="10249200" cy="14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desarrollo del proyecto “Sistema Asistencia </a:t>
            </a: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Móvil</a:t>
            </a: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se </a:t>
            </a: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abordó</a:t>
            </a: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mediante la aplicación de la metodología ágil Scrum, propia de la disciplina de Ingeniería en Informática.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SAM - Sistema Apoyo Móvil</a:t>
            </a:r>
            <a:endParaRPr/>
          </a:p>
        </p:txBody>
      </p:sp>
      <p:sp>
        <p:nvSpPr>
          <p:cNvPr id="151" name="Google Shape;151;p7"/>
          <p:cNvSpPr txBox="1"/>
          <p:nvPr/>
        </p:nvSpPr>
        <p:spPr>
          <a:xfrm>
            <a:off x="1" y="1155656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3" name="Google Shape;153;p7"/>
          <p:cNvGraphicFramePr/>
          <p:nvPr/>
        </p:nvGraphicFramePr>
        <p:xfrm>
          <a:off x="1248696" y="25957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{03AAF5BD-34E1-4C32-98AB-2D6102614144}</a:tableStyleId>
              </a:tblPr>
              <a:tblGrid>
                <a:gridCol w="1245550"/>
                <a:gridCol w="494150"/>
                <a:gridCol w="482175"/>
                <a:gridCol w="484950"/>
                <a:gridCol w="484950"/>
                <a:gridCol w="482175"/>
                <a:gridCol w="482175"/>
                <a:gridCol w="482175"/>
                <a:gridCol w="482175"/>
                <a:gridCol w="482175"/>
                <a:gridCol w="482175"/>
                <a:gridCol w="482175"/>
                <a:gridCol w="484025"/>
                <a:gridCol w="484025"/>
                <a:gridCol w="484025"/>
                <a:gridCol w="484025"/>
                <a:gridCol w="484025"/>
                <a:gridCol w="140125"/>
                <a:gridCol w="484025"/>
                <a:gridCol w="484025"/>
                <a:gridCol w="140125"/>
              </a:tblGrid>
              <a:tr h="5244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HITOS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 hMerge="1"/>
                <a:tc hMerge="1"/>
              </a:tr>
              <a:tr h="5405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3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INICIO Y DEFINICIÓN DEL PROYECTO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Y DESARROLLO DEL SISTEMA (6 Iteraciones + Pruebas)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913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DOCUMENTACIÓN Y ENTREGA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1C0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1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1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SAM - Sistema Apoyo Móvil</a:t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</p:txBody>
      </p:sp>
      <p:cxnSp>
        <p:nvCxnSpPr>
          <p:cNvPr id="161" name="Google Shape;161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2" name="Google Shape;16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6425" y="2079150"/>
            <a:ext cx="6319150" cy="408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7" name="Google Shape;1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SAM - Sistema Apoyo Móvil</a:t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70" name="Google Shape;170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1" name="Google Shape;17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5650" y="2199375"/>
            <a:ext cx="5600700" cy="43148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6" name="Google Shape;17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SAM - Sistema Apoyo Móvil</a:t>
            </a:r>
            <a:endParaRPr/>
          </a:p>
        </p:txBody>
      </p:sp>
      <p:sp>
        <p:nvSpPr>
          <p:cNvPr id="178" name="Google Shape;178;p10"/>
          <p:cNvSpPr txBox="1"/>
          <p:nvPr/>
        </p:nvSpPr>
        <p:spPr>
          <a:xfrm>
            <a:off x="0" y="103174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79" name="Google Shape;179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p10"/>
          <p:cNvSpPr txBox="1"/>
          <p:nvPr/>
        </p:nvSpPr>
        <p:spPr>
          <a:xfrm>
            <a:off x="399850" y="1762000"/>
            <a:ext cx="11077200" cy="47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datos: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de sistema: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5338" y="1903688"/>
            <a:ext cx="385762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188" y="5131413"/>
            <a:ext cx="284797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34205" y="5117060"/>
            <a:ext cx="2238374" cy="1628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98950" y="5117038"/>
            <a:ext cx="3829050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54375" y="4535275"/>
            <a:ext cx="2196352" cy="2196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0" name="Google Shape;19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SAM - Sistema Apoyo Móvil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7" name="Google Shape;19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  <p:sp>
        <p:nvSpPr>
          <p:cNvPr id="199" name="Google Shape;199;p1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SAM - Sistema Apoyo Móvil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4" name="Google Shape;20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3"/>
          <p:cNvSpPr txBox="1"/>
          <p:nvPr/>
        </p:nvSpPr>
        <p:spPr>
          <a:xfrm>
            <a:off x="1" y="1360773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  <p:sp>
        <p:nvSpPr>
          <p:cNvPr id="206" name="Google Shape;206;p13"/>
          <p:cNvSpPr txBox="1"/>
          <p:nvPr/>
        </p:nvSpPr>
        <p:spPr>
          <a:xfrm>
            <a:off x="399850" y="2313275"/>
            <a:ext cx="11077200" cy="3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Tiempo de desarrollo de solución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logísticos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Organización de tiempos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SAM - Sistema Apoyo Móvil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2" name="Google Shape;21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  <p:sp>
        <p:nvSpPr>
          <p:cNvPr id="214" name="Google Shape;214;p1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SAM - Sistema Apoyo Móvil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